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8" r:id="rId4"/>
    <p:sldId id="287" r:id="rId5"/>
    <p:sldId id="257" r:id="rId6"/>
    <p:sldId id="258" r:id="rId7"/>
    <p:sldId id="259" r:id="rId8"/>
    <p:sldId id="3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12D412-9810-48DD-AC30-935AEDF11CA9}" v="13" dt="2026-07-30T15:01:10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gireddy Thanvi" userId="aed7d1ab2f3c8fc3" providerId="LiveId" clId="{EB6ED26A-2C30-4327-A708-32FD758F7B83}"/>
    <pc:docChg chg="undo custSel addSld delSld modSld sldOrd">
      <pc:chgData name="Chegireddy Thanvi" userId="aed7d1ab2f3c8fc3" providerId="LiveId" clId="{EB6ED26A-2C30-4327-A708-32FD758F7B83}" dt="2026-07-30T15:03:50.049" v="230" actId="20577"/>
      <pc:docMkLst>
        <pc:docMk/>
      </pc:docMkLst>
      <pc:sldChg chg="addSp modSp mod">
        <pc:chgData name="Chegireddy Thanvi" userId="aed7d1ab2f3c8fc3" providerId="LiveId" clId="{EB6ED26A-2C30-4327-A708-32FD758F7B83}" dt="2026-07-30T15:03:50.049" v="230" actId="20577"/>
        <pc:sldMkLst>
          <pc:docMk/>
          <pc:sldMk cId="3537869814" sldId="256"/>
        </pc:sldMkLst>
        <pc:spChg chg="mod">
          <ac:chgData name="Chegireddy Thanvi" userId="aed7d1ab2f3c8fc3" providerId="LiveId" clId="{EB6ED26A-2C30-4327-A708-32FD758F7B83}" dt="2026-07-30T15:00:30.068" v="188" actId="27636"/>
          <ac:spMkLst>
            <pc:docMk/>
            <pc:sldMk cId="3537869814" sldId="256"/>
            <ac:spMk id="2" creationId="{F4C194DB-49D4-71C5-B14D-80F2C42F8E40}"/>
          </ac:spMkLst>
        </pc:spChg>
        <pc:spChg chg="mod">
          <ac:chgData name="Chegireddy Thanvi" userId="aed7d1ab2f3c8fc3" providerId="LiveId" clId="{EB6ED26A-2C30-4327-A708-32FD758F7B83}" dt="2026-07-30T15:03:50.049" v="230" actId="20577"/>
          <ac:spMkLst>
            <pc:docMk/>
            <pc:sldMk cId="3537869814" sldId="256"/>
            <ac:spMk id="3" creationId="{B108FD3E-7582-2E93-3E14-A05072D8B31F}"/>
          </ac:spMkLst>
        </pc:spChg>
        <pc:picChg chg="add mod">
          <ac:chgData name="Chegireddy Thanvi" userId="aed7d1ab2f3c8fc3" providerId="LiveId" clId="{EB6ED26A-2C30-4327-A708-32FD758F7B83}" dt="2026-07-30T15:02:42.720" v="209" actId="14100"/>
          <ac:picMkLst>
            <pc:docMk/>
            <pc:sldMk cId="3537869814" sldId="256"/>
            <ac:picMk id="5" creationId="{F07FEE7C-9C0F-6DBB-4FB2-A99773F3F513}"/>
          </ac:picMkLst>
        </pc:picChg>
      </pc:sldChg>
      <pc:sldChg chg="addSp delSp modSp new mod">
        <pc:chgData name="Chegireddy Thanvi" userId="aed7d1ab2f3c8fc3" providerId="LiveId" clId="{EB6ED26A-2C30-4327-A708-32FD758F7B83}" dt="2026-07-30T15:02:25.855" v="205" actId="1076"/>
        <pc:sldMkLst>
          <pc:docMk/>
          <pc:sldMk cId="1978337668" sldId="257"/>
        </pc:sldMkLst>
        <pc:spChg chg="mod">
          <ac:chgData name="Chegireddy Thanvi" userId="aed7d1ab2f3c8fc3" providerId="LiveId" clId="{EB6ED26A-2C30-4327-A708-32FD758F7B83}" dt="2026-07-30T14:58:10.306" v="157" actId="2711"/>
          <ac:spMkLst>
            <pc:docMk/>
            <pc:sldMk cId="1978337668" sldId="257"/>
            <ac:spMk id="2" creationId="{03CDF7EB-FACA-049A-694B-06332F52BCBA}"/>
          </ac:spMkLst>
        </pc:spChg>
        <pc:spChg chg="mod">
          <ac:chgData name="Chegireddy Thanvi" userId="aed7d1ab2f3c8fc3" providerId="LiveId" clId="{EB6ED26A-2C30-4327-A708-32FD758F7B83}" dt="2026-07-30T14:57:51.360" v="156" actId="113"/>
          <ac:spMkLst>
            <pc:docMk/>
            <pc:sldMk cId="1978337668" sldId="257"/>
            <ac:spMk id="3" creationId="{CE15FDC0-9A53-A65E-5ACC-974FF895E12F}"/>
          </ac:spMkLst>
        </pc:spChg>
        <pc:picChg chg="add mod">
          <ac:chgData name="Chegireddy Thanvi" userId="aed7d1ab2f3c8fc3" providerId="LiveId" clId="{EB6ED26A-2C30-4327-A708-32FD758F7B83}" dt="2026-07-30T15:02:25.855" v="205" actId="1076"/>
          <ac:picMkLst>
            <pc:docMk/>
            <pc:sldMk cId="1978337668" sldId="257"/>
            <ac:picMk id="5" creationId="{48BC1A79-92D0-63F2-DC6C-BD74A4CCD194}"/>
          </ac:picMkLst>
        </pc:picChg>
        <pc:picChg chg="add del">
          <ac:chgData name="Chegireddy Thanvi" userId="aed7d1ab2f3c8fc3" providerId="LiveId" clId="{EB6ED26A-2C30-4327-A708-32FD758F7B83}" dt="2026-07-30T14:47:05.270" v="105" actId="22"/>
          <ac:picMkLst>
            <pc:docMk/>
            <pc:sldMk cId="1978337668" sldId="257"/>
            <ac:picMk id="7" creationId="{CF81833B-B252-1E16-31D9-E8F5C103E18F}"/>
          </ac:picMkLst>
        </pc:picChg>
      </pc:sldChg>
      <pc:sldChg chg="addSp modSp new mod">
        <pc:chgData name="Chegireddy Thanvi" userId="aed7d1ab2f3c8fc3" providerId="LiveId" clId="{EB6ED26A-2C30-4327-A708-32FD758F7B83}" dt="2026-07-30T15:02:12.964" v="202" actId="1076"/>
        <pc:sldMkLst>
          <pc:docMk/>
          <pc:sldMk cId="419252781" sldId="258"/>
        </pc:sldMkLst>
        <pc:spChg chg="mod">
          <ac:chgData name="Chegireddy Thanvi" userId="aed7d1ab2f3c8fc3" providerId="LiveId" clId="{EB6ED26A-2C30-4327-A708-32FD758F7B83}" dt="2026-07-30T14:58:18.260" v="158" actId="2711"/>
          <ac:spMkLst>
            <pc:docMk/>
            <pc:sldMk cId="419252781" sldId="258"/>
            <ac:spMk id="2" creationId="{32EA16A6-93EF-20F9-8902-DEE9EEF422F5}"/>
          </ac:spMkLst>
        </pc:spChg>
        <pc:spChg chg="mod">
          <ac:chgData name="Chegireddy Thanvi" userId="aed7d1ab2f3c8fc3" providerId="LiveId" clId="{EB6ED26A-2C30-4327-A708-32FD758F7B83}" dt="2026-07-30T14:23:16.468" v="60" actId="14100"/>
          <ac:spMkLst>
            <pc:docMk/>
            <pc:sldMk cId="419252781" sldId="258"/>
            <ac:spMk id="3" creationId="{9C0B4405-3D7A-C34C-F0B9-B7D3070F4074}"/>
          </ac:spMkLst>
        </pc:spChg>
        <pc:picChg chg="add mod">
          <ac:chgData name="Chegireddy Thanvi" userId="aed7d1ab2f3c8fc3" providerId="LiveId" clId="{EB6ED26A-2C30-4327-A708-32FD758F7B83}" dt="2026-07-30T15:02:12.964" v="202" actId="1076"/>
          <ac:picMkLst>
            <pc:docMk/>
            <pc:sldMk cId="419252781" sldId="258"/>
            <ac:picMk id="5" creationId="{E5616CEA-3864-C0CC-06C4-974F58916BF5}"/>
          </ac:picMkLst>
        </pc:picChg>
      </pc:sldChg>
      <pc:sldChg chg="addSp modSp new mod">
        <pc:chgData name="Chegireddy Thanvi" userId="aed7d1ab2f3c8fc3" providerId="LiveId" clId="{EB6ED26A-2C30-4327-A708-32FD758F7B83}" dt="2026-07-30T15:02:33.357" v="208" actId="14100"/>
        <pc:sldMkLst>
          <pc:docMk/>
          <pc:sldMk cId="977018742" sldId="259"/>
        </pc:sldMkLst>
        <pc:spChg chg="mod">
          <ac:chgData name="Chegireddy Thanvi" userId="aed7d1ab2f3c8fc3" providerId="LiveId" clId="{EB6ED26A-2C30-4327-A708-32FD758F7B83}" dt="2026-07-30T14:58:26.809" v="159" actId="2711"/>
          <ac:spMkLst>
            <pc:docMk/>
            <pc:sldMk cId="977018742" sldId="259"/>
            <ac:spMk id="2" creationId="{8ED070E6-0E50-A591-9801-BB063EBF80C4}"/>
          </ac:spMkLst>
        </pc:spChg>
        <pc:spChg chg="mod">
          <ac:chgData name="Chegireddy Thanvi" userId="aed7d1ab2f3c8fc3" providerId="LiveId" clId="{EB6ED26A-2C30-4327-A708-32FD758F7B83}" dt="2026-07-30T14:24:45.168" v="74" actId="20577"/>
          <ac:spMkLst>
            <pc:docMk/>
            <pc:sldMk cId="977018742" sldId="259"/>
            <ac:spMk id="3" creationId="{29477C8C-1E9D-168E-6808-7B41BCE72993}"/>
          </ac:spMkLst>
        </pc:spChg>
        <pc:picChg chg="add mod">
          <ac:chgData name="Chegireddy Thanvi" userId="aed7d1ab2f3c8fc3" providerId="LiveId" clId="{EB6ED26A-2C30-4327-A708-32FD758F7B83}" dt="2026-07-30T15:02:33.357" v="208" actId="14100"/>
          <ac:picMkLst>
            <pc:docMk/>
            <pc:sldMk cId="977018742" sldId="259"/>
            <ac:picMk id="5" creationId="{95365D65-34CE-4275-DC0A-59E62573A169}"/>
          </ac:picMkLst>
        </pc:picChg>
      </pc:sldChg>
      <pc:sldChg chg="addSp delSp modSp add mod ord">
        <pc:chgData name="Chegireddy Thanvi" userId="aed7d1ab2f3c8fc3" providerId="LiveId" clId="{EB6ED26A-2C30-4327-A708-32FD758F7B83}" dt="2026-07-30T14:56:59.108" v="151" actId="2711"/>
        <pc:sldMkLst>
          <pc:docMk/>
          <pc:sldMk cId="0" sldId="260"/>
        </pc:sldMkLst>
        <pc:spChg chg="mod">
          <ac:chgData name="Chegireddy Thanvi" userId="aed7d1ab2f3c8fc3" providerId="LiveId" clId="{EB6ED26A-2C30-4327-A708-32FD758F7B83}" dt="2026-07-30T14:56:59.108" v="151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Chegireddy Thanvi" userId="aed7d1ab2f3c8fc3" providerId="LiveId" clId="{EB6ED26A-2C30-4327-A708-32FD758F7B83}" dt="2026-07-30T14:55:34.557" v="136" actId="14100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Chegireddy Thanvi" userId="aed7d1ab2f3c8fc3" providerId="LiveId" clId="{EB6ED26A-2C30-4327-A708-32FD758F7B83}" dt="2026-07-30T14:55:46.979" v="141"/>
          <ac:spMkLst>
            <pc:docMk/>
            <pc:sldMk cId="0" sldId="260"/>
            <ac:spMk id="4" creationId="{E663FCCC-376F-98F6-69E3-64FA9C88B0CD}"/>
          </ac:spMkLst>
        </pc:spChg>
        <pc:spChg chg="add del mod">
          <ac:chgData name="Chegireddy Thanvi" userId="aed7d1ab2f3c8fc3" providerId="LiveId" clId="{EB6ED26A-2C30-4327-A708-32FD758F7B83}" dt="2026-07-30T14:56:48.856" v="150"/>
          <ac:spMkLst>
            <pc:docMk/>
            <pc:sldMk cId="0" sldId="260"/>
            <ac:spMk id="6" creationId="{504F77AD-7F1B-1A7A-E23B-8971DA190555}"/>
          </ac:spMkLst>
        </pc:spChg>
        <pc:picChg chg="mod">
          <ac:chgData name="Chegireddy Thanvi" userId="aed7d1ab2f3c8fc3" providerId="LiveId" clId="{EB6ED26A-2C30-4327-A708-32FD758F7B83}" dt="2026-07-30T14:55:45.679" v="139" actId="14100"/>
          <ac:picMkLst>
            <pc:docMk/>
            <pc:sldMk cId="0" sldId="260"/>
            <ac:picMk id="5" creationId="{08703F64-1981-E3B7-E2B4-D11A4F6B6EC5}"/>
          </ac:picMkLst>
        </pc:picChg>
      </pc:sldChg>
      <pc:sldChg chg="modSp add mod ord">
        <pc:chgData name="Chegireddy Thanvi" userId="aed7d1ab2f3c8fc3" providerId="LiveId" clId="{EB6ED26A-2C30-4327-A708-32FD758F7B83}" dt="2026-07-30T14:57:35.144" v="155" actId="2711"/>
        <pc:sldMkLst>
          <pc:docMk/>
          <pc:sldMk cId="0" sldId="278"/>
        </pc:sldMkLst>
        <pc:spChg chg="mod">
          <ac:chgData name="Chegireddy Thanvi" userId="aed7d1ab2f3c8fc3" providerId="LiveId" clId="{EB6ED26A-2C30-4327-A708-32FD758F7B83}" dt="2026-07-30T14:56:17.418" v="147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Chegireddy Thanvi" userId="aed7d1ab2f3c8fc3" providerId="LiveId" clId="{EB6ED26A-2C30-4327-A708-32FD758F7B83}" dt="2026-07-30T14:57:35.144" v="155" actId="2711"/>
          <ac:spMkLst>
            <pc:docMk/>
            <pc:sldMk cId="0" sldId="278"/>
            <ac:spMk id="5" creationId="{44F074E8-72E0-E39A-EEE7-DFD44C874186}"/>
          </ac:spMkLst>
        </pc:spChg>
        <pc:picChg chg="mod">
          <ac:chgData name="Chegireddy Thanvi" userId="aed7d1ab2f3c8fc3" providerId="LiveId" clId="{EB6ED26A-2C30-4327-A708-32FD758F7B83}" dt="2026-07-30T14:55:53.041" v="144" actId="14100"/>
          <ac:picMkLst>
            <pc:docMk/>
            <pc:sldMk cId="0" sldId="278"/>
            <ac:picMk id="3" creationId="{72D39851-D9C0-A33B-6D40-99E6F7DCA5D3}"/>
          </ac:picMkLst>
        </pc:picChg>
      </pc:sldChg>
      <pc:sldChg chg="modSp add del mod">
        <pc:chgData name="Chegireddy Thanvi" userId="aed7d1ab2f3c8fc3" providerId="LiveId" clId="{EB6ED26A-2C30-4327-A708-32FD758F7B83}" dt="2026-07-30T15:01:56.058" v="198" actId="47"/>
        <pc:sldMkLst>
          <pc:docMk/>
          <pc:sldMk cId="0" sldId="286"/>
        </pc:sldMkLst>
        <pc:spChg chg="mod">
          <ac:chgData name="Chegireddy Thanvi" userId="aed7d1ab2f3c8fc3" providerId="LiveId" clId="{EB6ED26A-2C30-4327-A708-32FD758F7B83}" dt="2026-07-30T15:00:20.569" v="185" actId="14100"/>
          <ac:spMkLst>
            <pc:docMk/>
            <pc:sldMk cId="0" sldId="286"/>
            <ac:spMk id="2" creationId="{00000000-0000-0000-0000-000000000000}"/>
          </ac:spMkLst>
        </pc:spChg>
        <pc:spChg chg="mod">
          <ac:chgData name="Chegireddy Thanvi" userId="aed7d1ab2f3c8fc3" providerId="LiveId" clId="{EB6ED26A-2C30-4327-A708-32FD758F7B83}" dt="2026-07-30T14:53:01.468" v="109" actId="27636"/>
          <ac:spMkLst>
            <pc:docMk/>
            <pc:sldMk cId="0" sldId="286"/>
            <ac:spMk id="3" creationId="{00000000-0000-0000-0000-000000000000}"/>
          </ac:spMkLst>
        </pc:spChg>
        <pc:picChg chg="mod">
          <ac:chgData name="Chegireddy Thanvi" userId="aed7d1ab2f3c8fc3" providerId="LiveId" clId="{EB6ED26A-2C30-4327-A708-32FD758F7B83}" dt="2026-07-30T15:00:16.021" v="184" actId="1076"/>
          <ac:picMkLst>
            <pc:docMk/>
            <pc:sldMk cId="0" sldId="286"/>
            <ac:picMk id="5" creationId="{A2923E41-97D0-4F6C-49B5-B2194BF28C7E}"/>
          </ac:picMkLst>
        </pc:picChg>
      </pc:sldChg>
      <pc:sldChg chg="modSp add mod ord">
        <pc:chgData name="Chegireddy Thanvi" userId="aed7d1ab2f3c8fc3" providerId="LiveId" clId="{EB6ED26A-2C30-4327-A708-32FD758F7B83}" dt="2026-07-30T14:59:45.906" v="181" actId="27636"/>
        <pc:sldMkLst>
          <pc:docMk/>
          <pc:sldMk cId="0" sldId="287"/>
        </pc:sldMkLst>
        <pc:spChg chg="mod">
          <ac:chgData name="Chegireddy Thanvi" userId="aed7d1ab2f3c8fc3" providerId="LiveId" clId="{EB6ED26A-2C30-4327-A708-32FD758F7B83}" dt="2026-07-30T14:59:28.338" v="177" actId="207"/>
          <ac:spMkLst>
            <pc:docMk/>
            <pc:sldMk cId="0" sldId="287"/>
            <ac:spMk id="2" creationId="{00000000-0000-0000-0000-000000000000}"/>
          </ac:spMkLst>
        </pc:spChg>
        <pc:spChg chg="mod">
          <ac:chgData name="Chegireddy Thanvi" userId="aed7d1ab2f3c8fc3" providerId="LiveId" clId="{EB6ED26A-2C30-4327-A708-32FD758F7B83}" dt="2026-07-30T14:59:45.906" v="181" actId="27636"/>
          <ac:spMkLst>
            <pc:docMk/>
            <pc:sldMk cId="0" sldId="287"/>
            <ac:spMk id="5" creationId="{D37586B6-5276-B3E3-CFD5-8DB648A7A841}"/>
          </ac:spMkLst>
        </pc:spChg>
        <pc:picChg chg="mod">
          <ac:chgData name="Chegireddy Thanvi" userId="aed7d1ab2f3c8fc3" providerId="LiveId" clId="{EB6ED26A-2C30-4327-A708-32FD758F7B83}" dt="2026-07-30T14:58:44.256" v="166" actId="14100"/>
          <ac:picMkLst>
            <pc:docMk/>
            <pc:sldMk cId="0" sldId="287"/>
            <ac:picMk id="3" creationId="{54B39558-3DAD-272B-5CA3-14B0A3E7ECA3}"/>
          </ac:picMkLst>
        </pc:picChg>
      </pc:sldChg>
      <pc:sldChg chg="modSp add del mod">
        <pc:chgData name="Chegireddy Thanvi" userId="aed7d1ab2f3c8fc3" providerId="LiveId" clId="{EB6ED26A-2C30-4327-A708-32FD758F7B83}" dt="2026-07-30T14:59:57.992" v="182" actId="47"/>
        <pc:sldMkLst>
          <pc:docMk/>
          <pc:sldMk cId="1490799963" sldId="321"/>
        </pc:sldMkLst>
        <pc:spChg chg="mod">
          <ac:chgData name="Chegireddy Thanvi" userId="aed7d1ab2f3c8fc3" providerId="LiveId" clId="{EB6ED26A-2C30-4327-A708-32FD758F7B83}" dt="2026-07-30T14:53:01.494" v="111" actId="27636"/>
          <ac:spMkLst>
            <pc:docMk/>
            <pc:sldMk cId="1490799963" sldId="321"/>
            <ac:spMk id="2" creationId="{D1F12521-5D18-3AE3-CFBD-94ED2EEDAA41}"/>
          </ac:spMkLst>
        </pc:spChg>
      </pc:sldChg>
      <pc:sldChg chg="add">
        <pc:chgData name="Chegireddy Thanvi" userId="aed7d1ab2f3c8fc3" providerId="LiveId" clId="{EB6ED26A-2C30-4327-A708-32FD758F7B83}" dt="2026-07-30T14:53:01.406" v="108"/>
        <pc:sldMkLst>
          <pc:docMk/>
          <pc:sldMk cId="1558411544" sldId="327"/>
        </pc:sldMkLst>
      </pc:sldChg>
      <pc:sldChg chg="add del">
        <pc:chgData name="Chegireddy Thanvi" userId="aed7d1ab2f3c8fc3" providerId="LiveId" clId="{EB6ED26A-2C30-4327-A708-32FD758F7B83}" dt="2026-07-30T15:00:05.973" v="183" actId="47"/>
        <pc:sldMkLst>
          <pc:docMk/>
          <pc:sldMk cId="3349722517" sldId="33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E5D6-39B8-D3D0-0394-5C160554A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F13D8-8E29-1279-3558-79F6F75E5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AAE97-CC97-0652-B3E9-CBF1BD8E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A5998-2C93-DA42-35F8-BFC31B87B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02397-783A-6A4A-EB00-E7E9E0B5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47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FD16-439C-4402-B9A2-66C9E856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1C04C-13A9-15D3-36A2-390FE794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91177-60C7-B09D-3306-6A7F5F7D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D375C-8A63-242D-EB21-E7166404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C85F6-748C-A7CE-18D3-FDF00C23E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AEB3-2725-A572-AA40-56E63D9C3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A53F0-0DBE-66EF-29B3-B972D3F7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9C62C-D174-2E6F-F7E7-F67897B0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7CBCB-D7DB-E230-B838-696CFEF7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E6BD6-062D-6529-0D67-052828F32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7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A50BC-929A-2846-D09C-C132A77D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0CD34-08EA-E6B7-D31D-0D2CF1986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8D90F-4866-6DB9-BBAA-4768184F4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A356F-B569-3E45-C020-0B17A472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DC62E-97C9-2557-824D-3BFB4D8A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D82DC-5FEA-6AD9-B7CA-5BF7E0B9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2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F15F-77DB-E8C9-76D9-61CD4752C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54FF5-1C27-A666-2B89-AB030E952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79414-E131-3C30-6A9E-69469AF16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B699B-F3A9-3155-30F8-CE60A91AB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07AD3-57ED-3A68-4B0B-A4C08EE81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F5636-FD6E-2C65-2B0F-B8D8B0C03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6C579-68E3-C560-2A53-D0A0207B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F1700-59B5-F978-83CA-7E65D65E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604E-2BC4-11CF-B61D-63AEA16B2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B3CA9-8799-3278-BED4-9699CB1F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62446-A7DC-D28C-A39E-0F610AD4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E5C7E-C633-28E0-482E-2CE41264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42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D54C9-D445-BBB2-40AC-08EBC6DDB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130FAB-761B-96CE-9ED5-6F759D6EF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41F04-464B-6797-DDAC-4E6485B6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5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DFBB-652E-4B0C-B825-1CEF1674D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0D99C-29CE-D067-A63E-45ECFB98C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1EA3D-CEC1-F057-24C7-1D315F40B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CF8C0-286C-888F-BA91-CA7F9E668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560C8-A65A-5AE9-37D6-44D08AA3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DF88F-3923-148B-BC08-69AC91B9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66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F3ADE-2E62-D8FA-DB66-B0B71B78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FB033-2DBA-9ADC-E4F5-F31CAC8AB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AD824-8187-878A-1B1B-22E706A93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216C5-0AEC-C91D-FD55-D629EF5E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CB062-65AC-CCEC-C3B2-EC4A103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DBDA6-EBEF-86D7-7A9B-2C995C91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3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5B1B-9F43-09BB-501D-D545D160C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2D9B4-0366-6FC2-EE7D-D7176342F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C44F8-B650-57A6-1AD0-768548D1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72A67-314C-A666-72FA-DFAA2368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C2539-B2EF-3D5B-FFEC-450EA1ED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6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9B213-E64E-A5B0-C11F-ABF6160A8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3DDF3-C847-600F-C63D-F5ACDB522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AF31B-A5B3-31EF-9B26-1E54C4A5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DD4FF-7857-1DC1-B809-5DFB4E04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F7A37-9149-EFB0-99F7-DB9E9DB2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72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3B89D-08C9-FD68-1E85-0E5838E48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787D5-6E9F-5B59-DF51-F396FAADF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628FB-5BE3-8056-06FA-B2CA96CFA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2C9B6-872F-402E-B686-31948FF35936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BA588-B843-4593-A9D7-9728F3995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36DDA-79EE-DC04-A8DE-18C822684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A1476-5578-4752-969F-315AC86D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9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94DB-49D4-71C5-B14D-80F2C42F8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40304"/>
          </a:xfrm>
        </p:spPr>
        <p:txBody>
          <a:bodyPr>
            <a:normAutofit fontScale="90000"/>
          </a:bodyPr>
          <a:lstStyle/>
          <a:p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600" dirty="0">
                <a:latin typeface="Times New Roman" pitchFamily="18" charset="0"/>
                <a:cs typeface="Times New Roman" pitchFamily="18" charset="0"/>
              </a:rPr>
              <a:t>SMART RECIPE 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8FD3E-7582-2E93-3E14-A05072D8B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6799"/>
            <a:ext cx="9144000" cy="3767667"/>
          </a:xfrm>
        </p:spPr>
        <p:txBody>
          <a:bodyPr>
            <a:normAutofit fontScale="77500" lnSpcReduction="2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Recipe Recommendation System Using Advanced Data Structures and Algorithms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Course:</a:t>
            </a:r>
            <a:r>
              <a:rPr lang="en-US" dirty="0"/>
              <a:t> Data Structures and Algorithms – III</a:t>
            </a:r>
          </a:p>
          <a:p>
            <a:r>
              <a:rPr lang="en-US" b="1" dirty="0"/>
              <a:t>Team Members:</a:t>
            </a:r>
            <a:endParaRPr lang="en-US" dirty="0"/>
          </a:p>
          <a:p>
            <a:pPr lvl="0"/>
            <a:r>
              <a:rPr lang="en-US" dirty="0"/>
              <a:t>Thanvi   -  2520030214</a:t>
            </a:r>
          </a:p>
          <a:p>
            <a:pPr lvl="0"/>
            <a:r>
              <a:rPr lang="en-US" dirty="0"/>
              <a:t>Ashwika - 2520030224</a:t>
            </a:r>
          </a:p>
          <a:p>
            <a:pPr lvl="0"/>
            <a:r>
              <a:rPr lang="en-US" dirty="0"/>
              <a:t>Keerthi   -  2520030416</a:t>
            </a:r>
          </a:p>
          <a:p>
            <a:pPr algn="l"/>
            <a:r>
              <a:rPr lang="en-US" b="1" dirty="0"/>
              <a:t>Guide: </a:t>
            </a:r>
            <a:r>
              <a:rPr lang="en-US" dirty="0"/>
              <a:t>Vinay Kumar</a:t>
            </a:r>
          </a:p>
          <a:p>
            <a:r>
              <a:rPr lang="en-GB" sz="30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Lakshmaiah Education Foundation</a:t>
            </a:r>
            <a:b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b="1" u="sng" kern="100" dirty="0">
                <a:solidFill>
                  <a:srgbClr val="46788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FEE7C-9C0F-6DBB-4FB2-A99773F3F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0933" y="431800"/>
            <a:ext cx="2252134" cy="9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69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267" y="160336"/>
            <a:ext cx="9643533" cy="1143000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267" y="1896533"/>
            <a:ext cx="10100733" cy="561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1.Project Title</a:t>
            </a:r>
          </a:p>
          <a:p>
            <a:pPr marL="0" indent="0">
              <a:buNone/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2.Abstract Problem</a:t>
            </a:r>
          </a:p>
          <a:p>
            <a:pPr marL="0" indent="0">
              <a:buNone/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3.Statement Proposed Functionalities</a:t>
            </a:r>
          </a:p>
          <a:p>
            <a:pPr marL="0" indent="0">
              <a:buNone/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4.Tools and Technologies to be used </a:t>
            </a:r>
          </a:p>
          <a:p>
            <a:pPr marL="0" indent="0">
              <a:buNone/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5.Expected Outcome</a:t>
            </a:r>
            <a:endParaRPr lang="en-US" sz="2200" dirty="0">
              <a:latin typeface="+mj-lt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333" y="160336"/>
            <a:ext cx="2205568" cy="135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1" dirty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4000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7" y="1417639"/>
            <a:ext cx="9389533" cy="470852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IN" sz="3600" b="1" dirty="0"/>
          </a:p>
          <a:p>
            <a:pPr lvl="0"/>
            <a:r>
              <a:rPr lang="en-IN" sz="4200" dirty="0">
                <a:latin typeface="+mj-lt"/>
                <a:cs typeface="Times New Roman" panose="02020603050405020304" pitchFamily="18" charset="0"/>
              </a:rPr>
              <a:t>Smart Recipe is a web application that recommends recipes based on the ingredients available at home. </a:t>
            </a:r>
          </a:p>
          <a:p>
            <a:pPr lvl="0"/>
            <a:r>
              <a:rPr lang="en-IN" sz="4200" dirty="0">
                <a:latin typeface="+mj-lt"/>
                <a:cs typeface="Times New Roman" panose="02020603050405020304" pitchFamily="18" charset="0"/>
              </a:rPr>
              <a:t>Users simply enter the ingredients they have instead of searching for recipes manually. </a:t>
            </a:r>
          </a:p>
          <a:p>
            <a:pPr lvl="0"/>
            <a:r>
              <a:rPr lang="en-IN" sz="4200" dirty="0">
                <a:latin typeface="+mj-lt"/>
                <a:cs typeface="Times New Roman" panose="02020603050405020304" pitchFamily="18" charset="0"/>
              </a:rPr>
              <a:t>The system analyses the ingredients and displays recipes that can be prepared using them. </a:t>
            </a:r>
          </a:p>
          <a:p>
            <a:pPr lvl="0"/>
            <a:r>
              <a:rPr lang="en-IN" sz="4200" dirty="0">
                <a:latin typeface="+mj-lt"/>
                <a:cs typeface="Times New Roman" panose="02020603050405020304" pitchFamily="18" charset="0"/>
              </a:rPr>
              <a:t>If any ingredient is unavailable, the application suggests suitable substitutes. </a:t>
            </a:r>
          </a:p>
          <a:p>
            <a:pPr lvl="0"/>
            <a:r>
              <a:rPr lang="en-IN" sz="4200" dirty="0">
                <a:latin typeface="+mj-lt"/>
                <a:cs typeface="Times New Roman" panose="02020603050405020304" pitchFamily="18" charset="0"/>
              </a:rPr>
              <a:t>The system helps reduce food wastage by utilizing leftover or available ingredients effectively. </a:t>
            </a:r>
          </a:p>
          <a:p>
            <a:pPr lvl="0"/>
            <a:r>
              <a:rPr lang="en-IN" sz="4200" dirty="0">
                <a:latin typeface="+mj-lt"/>
                <a:cs typeface="Times New Roman" panose="02020603050405020304" pitchFamily="18" charset="0"/>
              </a:rPr>
              <a:t>It saves users time and effort in deciding what to cook. </a:t>
            </a:r>
          </a:p>
          <a:p>
            <a:pPr lvl="0"/>
            <a:r>
              <a:rPr lang="en-IN" sz="4200" dirty="0">
                <a:latin typeface="+mj-lt"/>
                <a:cs typeface="Times New Roman" panose="02020603050405020304" pitchFamily="18" charset="0"/>
              </a:rPr>
              <a:t>The application provides a simple, fast, and user-friendly interface suitable for students, professionals, and families. </a:t>
            </a:r>
          </a:p>
          <a:p>
            <a:pPr lvl="0"/>
            <a:r>
              <a:rPr lang="en-IN" sz="4200" dirty="0">
                <a:latin typeface="+mj-lt"/>
                <a:cs typeface="Times New Roman" panose="02020603050405020304" pitchFamily="18" charset="0"/>
              </a:rPr>
              <a:t>In the future, AI can be integrated to provide personalized recipe recommendations based on user preferences, dietary needs, and cooking history.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267" y="308500"/>
            <a:ext cx="2277533" cy="9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1809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itchFamily="18" charset="0"/>
                <a:cs typeface="Times New Roman" pitchFamily="18" charset="0"/>
              </a:rPr>
              <a:t>Problem statement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7586B6-5276-B3E3-CFD5-8DB648A7A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1"/>
            <a:ext cx="9372600" cy="5273674"/>
          </a:xfrm>
        </p:spPr>
        <p:txBody>
          <a:bodyPr>
            <a:normAutofit/>
          </a:bodyPr>
          <a:lstStyle/>
          <a:p>
            <a:pPr lvl="0"/>
            <a:r>
              <a:rPr lang="en-IN" sz="2200" dirty="0">
                <a:latin typeface="+mj-lt"/>
                <a:cs typeface="Times New Roman" panose="02020603050405020304" pitchFamily="18" charset="0"/>
              </a:rPr>
              <a:t>Many people struggle to decide what to cook using the ingredients already available at home. </a:t>
            </a:r>
          </a:p>
          <a:p>
            <a:pPr lvl="0"/>
            <a:r>
              <a:rPr lang="en-IN" sz="2200" dirty="0">
                <a:latin typeface="+mj-lt"/>
                <a:cs typeface="Times New Roman" panose="02020603050405020304" pitchFamily="18" charset="0"/>
              </a:rPr>
              <a:t>Existing recipe websites usually require users to know the recipe name or have all the required ingredients. </a:t>
            </a:r>
          </a:p>
          <a:p>
            <a:pPr lvl="0"/>
            <a:r>
              <a:rPr lang="en-IN" sz="2200" dirty="0">
                <a:latin typeface="+mj-lt"/>
                <a:cs typeface="Times New Roman" panose="02020603050405020304" pitchFamily="18" charset="0"/>
              </a:rPr>
              <a:t>Most platforms do not recommend recipes based on available ingredients. </a:t>
            </a:r>
          </a:p>
          <a:p>
            <a:pPr lvl="0"/>
            <a:r>
              <a:rPr lang="en-IN" sz="2200" dirty="0">
                <a:latin typeface="+mj-lt"/>
                <a:cs typeface="Times New Roman" panose="02020603050405020304" pitchFamily="18" charset="0"/>
              </a:rPr>
              <a:t>They rarely suggest substitute ingredients when some items are missing. </a:t>
            </a:r>
          </a:p>
          <a:p>
            <a:pPr lvl="0"/>
            <a:r>
              <a:rPr lang="en-IN" sz="2200" dirty="0">
                <a:latin typeface="+mj-lt"/>
                <a:cs typeface="Times New Roman" panose="02020603050405020304" pitchFamily="18" charset="0"/>
              </a:rPr>
              <a:t>Users spend considerable time searching through multiple recipes. </a:t>
            </a:r>
          </a:p>
          <a:p>
            <a:pPr lvl="0"/>
            <a:r>
              <a:rPr lang="en-IN" sz="2200" dirty="0">
                <a:latin typeface="+mj-lt"/>
                <a:cs typeface="Times New Roman" panose="02020603050405020304" pitchFamily="18" charset="0"/>
              </a:rPr>
              <a:t>Leftover ingredients often remain unused, leading to food wastage. </a:t>
            </a:r>
          </a:p>
          <a:p>
            <a:pPr lvl="0"/>
            <a:r>
              <a:rPr lang="en-IN" sz="2200" dirty="0">
                <a:latin typeface="+mj-lt"/>
                <a:cs typeface="Times New Roman" panose="02020603050405020304" pitchFamily="18" charset="0"/>
              </a:rPr>
              <a:t>Frequent grocery shopping increases unnecessary expenses. </a:t>
            </a:r>
          </a:p>
          <a:p>
            <a:pPr lvl="0"/>
            <a:r>
              <a:rPr lang="en-IN" sz="2200" dirty="0">
                <a:latin typeface="+mj-lt"/>
                <a:cs typeface="Times New Roman" panose="02020603050405020304" pitchFamily="18" charset="0"/>
              </a:rPr>
              <a:t>There is a need for a smart system that recommends recipes using available ingredients and provides alternatives for missing ones. </a:t>
            </a:r>
          </a:p>
          <a:p>
            <a:pPr lvl="0"/>
            <a:r>
              <a:rPr lang="en-IN" sz="2200" dirty="0">
                <a:latin typeface="+mj-lt"/>
                <a:cs typeface="Times New Roman" panose="02020603050405020304" pitchFamily="18" charset="0"/>
              </a:rPr>
              <a:t>The proposed system aims to simplify meal planning, reduce food waste, and save time while encouraging home cooking.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732" y="270931"/>
            <a:ext cx="1862667" cy="921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F7EB-FACA-049A-694B-06332F52B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Functionalities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5FDC0-9A53-A65E-5ACC-974FF895E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400"/>
            <a:ext cx="10515600" cy="448363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lvl="0"/>
            <a:r>
              <a:rPr lang="en-US" dirty="0"/>
              <a:t>Ingredient-Based Recipe Search: Users can enter the ingredients available in their kitchen to find suitable recipes. </a:t>
            </a:r>
          </a:p>
          <a:p>
            <a:pPr lvl="0"/>
            <a:r>
              <a:rPr lang="en-US" dirty="0"/>
              <a:t>Recipe Recommendation: The system recommends recipes that best match the available ingredients. </a:t>
            </a:r>
          </a:p>
          <a:p>
            <a:pPr lvl="0"/>
            <a:r>
              <a:rPr lang="en-US" dirty="0"/>
              <a:t>Ingredient Substitution: Suggests alternative ingredients if some required ingredients are unavailable. </a:t>
            </a:r>
          </a:p>
          <a:p>
            <a:pPr lvl="0"/>
            <a:r>
              <a:rPr lang="en-US" dirty="0"/>
              <a:t>Recipe Ranking: Displays recipes in order of relevance based on ingredient matching. </a:t>
            </a:r>
          </a:p>
          <a:p>
            <a:pPr lvl="0"/>
            <a:r>
              <a:rPr lang="en-US" dirty="0"/>
              <a:t>Recipe Filters: Users can filter recipes by cuisine, meal type, cooking time, or dietary preferences. </a:t>
            </a:r>
          </a:p>
          <a:p>
            <a:pPr lvl="0"/>
            <a:r>
              <a:rPr lang="en-US" dirty="0"/>
              <a:t>Recipe Details: Provides ingredients, preparation steps, cooking time, and nutritional information. </a:t>
            </a:r>
          </a:p>
          <a:p>
            <a:pPr lvl="0"/>
            <a:r>
              <a:rPr lang="en-US" dirty="0"/>
              <a:t>Favorite Recipes: Allows users to save frequently used recipes for quick access.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C1A79-92D0-63F2-DC6C-BD74A4CC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866" y="441889"/>
            <a:ext cx="2201333" cy="96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37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16A6-93EF-20F9-8902-DEE9EEF42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B4405-3D7A-C34C-F0B9-B7D3070F4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5031846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/>
              <a:t>Algorithms Used</a:t>
            </a:r>
          </a:p>
          <a:p>
            <a:pPr lvl="0"/>
            <a:r>
              <a:rPr lang="en-US" sz="8000" dirty="0"/>
              <a:t>Knuth–Morris–Pratt (KMP) Algorithm </a:t>
            </a:r>
          </a:p>
          <a:p>
            <a:pPr lvl="0"/>
            <a:r>
              <a:rPr lang="en-US" sz="8000" dirty="0"/>
              <a:t>Rabin–Karp Algorithm </a:t>
            </a:r>
          </a:p>
          <a:p>
            <a:pPr lvl="0"/>
            <a:r>
              <a:rPr lang="en-US" sz="8000" dirty="0"/>
              <a:t>Dynamic Programming </a:t>
            </a:r>
          </a:p>
          <a:p>
            <a:pPr lvl="0"/>
            <a:r>
              <a:rPr lang="en-US" sz="8000" dirty="0"/>
              <a:t>Graph Algorithms </a:t>
            </a:r>
          </a:p>
          <a:p>
            <a:pPr lvl="0"/>
            <a:r>
              <a:rPr lang="en-US" sz="8000" dirty="0"/>
              <a:t>Randomized Algorithms </a:t>
            </a:r>
          </a:p>
          <a:p>
            <a:r>
              <a:rPr lang="en-US" sz="8000" b="1" dirty="0"/>
              <a:t>Data Structures Used</a:t>
            </a:r>
          </a:p>
          <a:p>
            <a:pPr lvl="0"/>
            <a:r>
              <a:rPr lang="en-US" sz="8000" dirty="0"/>
              <a:t>HashMap </a:t>
            </a:r>
          </a:p>
          <a:p>
            <a:pPr lvl="0"/>
            <a:r>
              <a:rPr lang="en-US" sz="8000" dirty="0" err="1"/>
              <a:t>ArrayList</a:t>
            </a:r>
            <a:r>
              <a:rPr lang="en-US" sz="8000" dirty="0"/>
              <a:t> </a:t>
            </a:r>
          </a:p>
          <a:p>
            <a:pPr lvl="0"/>
            <a:r>
              <a:rPr lang="en-US" sz="8000" dirty="0"/>
              <a:t>Graph </a:t>
            </a:r>
          </a:p>
          <a:p>
            <a:r>
              <a:rPr lang="en-US" sz="8000" b="1" dirty="0"/>
              <a:t>Programming Language</a:t>
            </a:r>
          </a:p>
          <a:p>
            <a:pPr lvl="0"/>
            <a:r>
              <a:rPr lang="en-US" sz="8000" dirty="0"/>
              <a:t>Java </a:t>
            </a:r>
          </a:p>
          <a:p>
            <a:r>
              <a:rPr lang="en-US" sz="8000" b="1" dirty="0"/>
              <a:t>Development Tools</a:t>
            </a:r>
          </a:p>
          <a:p>
            <a:pPr lvl="0"/>
            <a:r>
              <a:rPr lang="en-US" sz="8000" dirty="0"/>
              <a:t>IntelliJ IDEA / VS Code </a:t>
            </a:r>
          </a:p>
          <a:p>
            <a:pPr lvl="0"/>
            <a:r>
              <a:rPr lang="en-US" sz="8000" dirty="0"/>
              <a:t>Git &amp; GitHub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616CEA-3864-C0CC-06C4-974F58916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0" y="365124"/>
            <a:ext cx="2082800" cy="11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70E6-0E50-A591-9801-BB063EBF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77C8C-1E9D-168E-6808-7B41BCE72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200" dirty="0"/>
              <a:t>Efficient recipe recommendations based on available ingredients. </a:t>
            </a:r>
          </a:p>
          <a:p>
            <a:pPr lvl="0"/>
            <a:r>
              <a:rPr lang="en-US" sz="2200" dirty="0"/>
              <a:t>Faster recipe searching using advanced string-matching algorithms. </a:t>
            </a:r>
          </a:p>
          <a:p>
            <a:pPr lvl="0"/>
            <a:r>
              <a:rPr lang="en-US" sz="2200" dirty="0"/>
              <a:t>Intelligent ingredient substitution to improve usability. </a:t>
            </a:r>
          </a:p>
          <a:p>
            <a:pPr lvl="0"/>
            <a:r>
              <a:rPr lang="en-US" sz="2200" dirty="0"/>
              <a:t>Optimized recipe ranking through Dynamic Programming. </a:t>
            </a:r>
          </a:p>
          <a:p>
            <a:pPr lvl="0"/>
            <a:r>
              <a:rPr lang="en-US" sz="2200" dirty="0"/>
              <a:t>Reduced food wastage by utilizing existing ingredients. </a:t>
            </a:r>
          </a:p>
          <a:p>
            <a:pPr lvl="0"/>
            <a:r>
              <a:rPr lang="en-US" sz="2200" dirty="0"/>
              <a:t>Demonstration of real-world applications of </a:t>
            </a:r>
            <a:r>
              <a:rPr lang="en-US" sz="2200" b="1" dirty="0"/>
              <a:t>DSA-3 concepts</a:t>
            </a:r>
            <a:r>
              <a:rPr lang="en-US" sz="2200" dirty="0"/>
              <a:t>, including advanced searching, optimization, graph algorithms, and algorithm selection.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65D65-34CE-4275-DC0A-59E62573A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933" y="290548"/>
            <a:ext cx="2214639" cy="114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18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3291856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607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 A Project Review Meeting    on  SMART RECIPE </vt:lpstr>
      <vt:lpstr>Outline of the Presentation</vt:lpstr>
      <vt:lpstr>Abstract</vt:lpstr>
      <vt:lpstr>Problem statement </vt:lpstr>
      <vt:lpstr>Proposed Functionalities </vt:lpstr>
      <vt:lpstr> Tools and Technologies </vt:lpstr>
      <vt:lpstr>Expected Outcome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Chegireddy Thanvi</dc:creator>
  <cp:lastModifiedBy>Chegireddy Thanvi</cp:lastModifiedBy>
  <cp:revision>1</cp:revision>
  <dcterms:created xsi:type="dcterms:W3CDTF">2026-07-30T09:43:07Z</dcterms:created>
  <dcterms:modified xsi:type="dcterms:W3CDTF">2026-07-30T15:03:53Z</dcterms:modified>
</cp:coreProperties>
</file>